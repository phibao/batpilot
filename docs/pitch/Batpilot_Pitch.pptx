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ARBITRUM OPEN HOUSE SINGAPORE · ROBINHOOD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17150C"/>
                </a:solidFill>
                <a:latin typeface="Arial"/>
              </a:rPr>
              <a:t>Batpilot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6F6A54"/>
                </a:solidFill>
                <a:latin typeface="Arial"/>
              </a:rPr>
              <a:t>Your US stocks, managed while you sleep.
Recurring buys + stop-loss protection on tokenized stocks — settled in USDG, verifiable onchain.
github.com/PhiBao/batpilot  ·  batpilot.vercel.app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Asia sleeps through every US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US market hours are 21:30–04:00 in Singapore — holders sleep through every session.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Tokenized stocks trade 24/7 but are priced 24/5: feeds go stale on weekends.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No onchain DCA exists; only perps have stop-losses. Spot holders babysit broker apps at 3am.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02 ·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Treat market sessions as onchain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A guard screens every fill: freshness, volatility-adaptive bands, corporate actions.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Refusals emit events — the fill it refuses is the proof it is safe.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3E7A34"/>
                </a:solidFill>
                <a:latin typeface="Arial"/>
              </a:rPr>
              <a:t>•  After any protection sale, the plan cools down instead of buying back the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03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Set once. Covered around the clock.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Fund a plan: $50 NVDA every 15 min, −8% stop, +20% take, 2% slip, 2h cooldown.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Permissionless keeper executes; contracts decide. Idle USDG earns in Steakhouse Earn.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Every fill, refusal and protection links to its transaction.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04 · LIVE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Real money, reconciled to the 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Mainnet plan filled by keeper: $5 NVDA @ $228.82 — tx 0x12e29b94…db5689.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Equity decoded word-by-word: $34 cash + 0.0665 NVDA + $14.99 value. Exact.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3E7A34"/>
                </a:solidFill>
                <a:latin typeface="Arial"/>
              </a:rPr>
              <a:t>•  Testnet loop filling on 15-min cadence, fully verified on Blockscout.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05 · TECHNICAL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A real engine, honestly benchmarked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Volatility-adaptive bands from Chainlink round history — no trusted inputs.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Ported to Stylus Rust, deployed onchain: bit-identical outputs at 41% less gas.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31 Foundry tests + 7 Stylus tests, incl. mainnet-fork proofs.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06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7150C"/>
                </a:solidFill>
                <a:latin typeface="Arial"/>
              </a:rPr>
              <a:t>Four boxes and a trail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10332720" cy="6027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F6A54"/>
                </a:solidFill>
                <a:latin typeface="Arial"/>
              </a:rPr>
              <a:t>Vault + guard onchain · Uniswap v3 + Steakhouse Earn venues · permissionless keeper · everything verifiable.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07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7150C"/>
                </a:solidFill>
                <a:latin typeface="Arial"/>
              </a:rPr>
              <a:t>Designed like an editorial, not a dashboard</a:t>
            </a:r>
          </a:p>
        </p:txBody>
      </p:sp>
      <p:pic>
        <p:nvPicPr>
          <p:cNvPr id="4" name="Picture 3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10332720" cy="12211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F6A54"/>
                </a:solidFill>
                <a:latin typeface="Arial"/>
              </a:rPr>
              <a:t>batpilot.vercel.app — chain switcher, living plan sentences, sparklines, infinite verifiable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08 ·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From sleep-deprived holders to family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Wedge: SG/MY retail holding US stocks — concierge onboarding, track-record cards.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Expand: autopilot baskets, SGD rail, advisor white-label.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Money: freemium fills + yield take-rate, aligned with Global Dollar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09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7150C"/>
                </a:solidFill>
                <a:latin typeface="Arial"/>
              </a:rPr>
              <a:t>Milestone-ready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7150C"/>
                </a:solidFill>
                <a:latin typeface="Arial"/>
              </a:rPr>
              <a:t>•  Funded mainnet plan + public track record → oraclePaused hardening → TWAMM + baskets.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Multisig + audit before scaling external funds.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17150C"/>
                </a:solidFill>
                <a:latin typeface="Arial"/>
              </a:rPr>
              <a:t>•  Ask: buildathon prize funds the audit; Founder House turns it into family-office rails.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F6A54"/>
                </a:solidFill>
                <a:latin typeface="Arial"/>
              </a:rPr>
              <a:t>BATPILOT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17150C"/>
                </a:solidFill>
                <a:latin typeface="Arial"/>
              </a:rPr>
              <a:t>Arcus gives you a venue. Batpilot gives you sleep.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6F6A54"/>
                </a:solidFill>
                <a:latin typeface="Arial"/>
              </a:rPr>
              <a:t>github.com/PhiBao/batpilot  ·  batpilot.vercel.app  ·  Set it once. Verified onchain.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